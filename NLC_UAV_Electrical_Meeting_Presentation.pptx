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65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NLC STEM Club UAV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Electrical Team - First Meeting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Meeting Agenda (60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Project Overview &amp; Mission (5 min)</a:t>
            </a:r>
          </a:p>
          <a:p>
            <a:pPr>
              <a:spcAft>
                <a:spcPts val="1200"/>
              </a:spcAft>
              <a:defRPr sz="1800"/>
            </a:pPr>
            <a:r>
              <a:t>Electrical Architecture Decision (15 min)</a:t>
            </a:r>
          </a:p>
          <a:p>
            <a:pPr>
              <a:spcAft>
                <a:spcPts val="1200"/>
              </a:spcAft>
              <a:defRPr sz="1800"/>
            </a:pPr>
            <a:r>
              <a:t>Power Budget &amp; Analysis (10 min)</a:t>
            </a:r>
          </a:p>
          <a:p>
            <a:pPr>
              <a:spcAft>
                <a:spcPts val="1200"/>
              </a:spcAft>
              <a:defRPr sz="1800"/>
            </a:pPr>
            <a:r>
              <a:t>Safety Protocols (Mandatory) (10 min)</a:t>
            </a:r>
          </a:p>
          <a:p>
            <a:pPr>
              <a:spcAft>
                <a:spcPts val="1200"/>
              </a:spcAft>
              <a:defRPr sz="1800"/>
            </a:pPr>
            <a:r>
              <a:t>Subsystem Assignments (10 min)</a:t>
            </a:r>
          </a:p>
          <a:p>
            <a:pPr>
              <a:spcAft>
                <a:spcPts val="1200"/>
              </a:spcAft>
              <a:defRPr sz="1800"/>
            </a:pPr>
            <a:r>
              <a:t>Week 1-2 Action Plan (5 min)</a:t>
            </a:r>
          </a:p>
          <a:p>
            <a:pPr>
              <a:spcAft>
                <a:spcPts val="1200"/>
              </a:spcAft>
              <a:defRPr sz="1800"/>
            </a:pPr>
            <a:r>
              <a:t>Hands-On: Component Inventory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UAV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Mission: Fixed-wing environmental monitoring UAV</a:t>
            </a:r>
          </a:p>
          <a:p>
            <a:pPr lvl="1">
              <a:spcAft>
                <a:spcPts val="1200"/>
              </a:spcAft>
              <a:defRPr sz="1600"/>
            </a:pPr>
            <a:r>
              <a:t>Temperature, humidity, pressure, air quality sensors</a:t>
            </a:r>
          </a:p>
          <a:p>
            <a:pPr>
              <a:spcAft>
                <a:spcPts val="1200"/>
              </a:spcAft>
              <a:defRPr sz="1800"/>
            </a:pPr>
            <a:r>
              <a:t>Timeline: 10 weeks total (Week 1 now)</a:t>
            </a:r>
          </a:p>
          <a:p>
            <a:pPr>
              <a:spcAft>
                <a:spcPts val="1200"/>
              </a:spcAft>
              <a:defRPr sz="1800"/>
            </a:pPr>
            <a:r>
              <a:t>Budget: $508 total project cost</a:t>
            </a:r>
          </a:p>
          <a:p>
            <a:pPr>
              <a:spcAft>
                <a:spcPts val="1200"/>
              </a:spcAft>
              <a:defRPr sz="1800"/>
            </a:pPr>
            <a:r>
              <a:t>Parts Status: All flight components arrived</a:t>
            </a:r>
          </a:p>
          <a:p>
            <a:pPr lvl="1">
              <a:spcAft>
                <a:spcPts val="1200"/>
              </a:spcAft>
              <a:defRPr sz="1600"/>
            </a:pPr>
            <a:r>
              <a:t>⚠ Need to order: External 5V 6A UBEC</a:t>
            </a:r>
          </a:p>
          <a:p>
            <a:pPr>
              <a:spcAft>
                <a:spcPts val="1200"/>
              </a:spcAft>
              <a:defRPr sz="1800"/>
            </a:pPr>
            <a:r>
              <a:t>Team Structure: 4 electrical subsystems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Electrical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OVONIC 4S LiPo Battery (14.8V, 2200mAh)</a:t>
            </a:r>
          </a:p>
          <a:p>
            <a:pPr>
              <a:spcAft>
                <a:spcPts val="800"/>
              </a:spcAft>
              <a:defRPr sz="1600"/>
            </a:pPr>
            <a:r>
              <a:t>• FLASH HOBBY D2830EVO Motor (1000KV)</a:t>
            </a:r>
          </a:p>
          <a:p>
            <a:pPr>
              <a:spcAft>
                <a:spcPts val="800"/>
              </a:spcAft>
              <a:defRPr sz="1600"/>
            </a:pPr>
            <a:r>
              <a:t>• 40A ESC with 5V 3A BEC</a:t>
            </a:r>
          </a:p>
          <a:p>
            <a:pPr>
              <a:spcAft>
                <a:spcPts val="800"/>
              </a:spcAft>
              <a:defRPr sz="1600"/>
            </a:pPr>
            <a:r>
              <a:t>• 4× ES08MA II Servos (metal gear)</a:t>
            </a:r>
          </a:p>
          <a:p>
            <a:pPr>
              <a:spcAft>
                <a:spcPts val="800"/>
              </a:spcAft>
              <a:defRPr sz="1600"/>
            </a:pPr>
            <a:r>
              <a:t>• MATEK F405-WMN Flight Controller</a:t>
            </a:r>
          </a:p>
          <a:p>
            <a:pPr>
              <a:spcAft>
                <a:spcPts val="800"/>
              </a:spcAft>
              <a:defRPr sz="1600"/>
            </a:pPr>
            <a:r>
              <a:t>• BN-220 GPS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ELRS ExpressLRS Receiver</a:t>
            </a:r>
          </a:p>
          <a:p>
            <a:pPr>
              <a:spcAft>
                <a:spcPts val="800"/>
              </a:spcAft>
              <a:defRPr sz="1600"/>
            </a:pPr>
            <a:r>
              <a:t>• Arduino Nano (research payload)</a:t>
            </a:r>
          </a:p>
          <a:p>
            <a:pPr>
              <a:spcAft>
                <a:spcPts val="800"/>
              </a:spcAft>
              <a:defRPr sz="1600"/>
            </a:pPr>
            <a:r>
              <a:t>• BME280 Sensor (temp/humidity/pressure)</a:t>
            </a:r>
          </a:p>
          <a:p>
            <a:pPr>
              <a:spcAft>
                <a:spcPts val="800"/>
              </a:spcAft>
              <a:defRPr sz="1600"/>
            </a:pPr>
            <a:r>
              <a:t>• MQ135 Gas Sensor (air quality)</a:t>
            </a:r>
          </a:p>
          <a:p>
            <a:pPr>
              <a:spcAft>
                <a:spcPts val="800"/>
              </a:spcAft>
              <a:defRPr sz="1600"/>
            </a:pPr>
            <a:r>
              <a:t>• MicroSD Module (data logging)</a:t>
            </a:r>
          </a:p>
          <a:p>
            <a:pPr>
              <a:spcAft>
                <a:spcPts val="800"/>
              </a:spcAft>
              <a:defRPr sz="1600"/>
            </a:pPr>
            <a:r>
              <a:t>• External 5V 6A UBEC (to order)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⚡ Critical Decision: Power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Challenge: Single BEC cannot handle servo stall + flight systems</a:t>
            </a:r>
          </a:p>
          <a:p>
            <a:pPr lvl="1">
              <a:spcAft>
                <a:spcPts val="1200"/>
              </a:spcAft>
              <a:defRPr sz="1600"/>
            </a:pPr>
            <a:r>
              <a:t>ESC BEC: 5V @ 3A</a:t>
            </a:r>
          </a:p>
          <a:p>
            <a:pPr lvl="1">
              <a:spcAft>
                <a:spcPts val="1200"/>
              </a:spcAft>
              <a:defRPr sz="1600"/>
            </a:pPr>
            <a:r>
              <a:t>4 servos can draw &gt;3A when stalling</a:t>
            </a:r>
          </a:p>
          <a:p>
            <a:pPr>
              <a:spcAft>
                <a:spcPts val="1200"/>
              </a:spcAft>
              <a:defRPr sz="1800"/>
            </a:pPr>
            <a:r>
              <a:t>Failure Mode: Brownout crashes flight controller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RECOMMENDED: Dual-BEC Configuration (Option B)</a:t>
            </a:r>
          </a:p>
          <a:p>
            <a:pPr lvl="1">
              <a:spcAft>
                <a:spcPts val="1200"/>
              </a:spcAft>
              <a:defRPr sz="1600"/>
            </a:pPr>
            <a:r>
              <a:t>Rail 1 (ESC BEC 3A): Flight-critical systems only</a:t>
            </a:r>
          </a:p>
          <a:p>
            <a:pPr lvl="1">
              <a:spcAft>
                <a:spcPts val="1200"/>
              </a:spcAft>
              <a:defRPr sz="1600"/>
            </a:pPr>
            <a:r>
              <a:t>Rail 2 (External UBEC 6A): Servo power only</a:t>
            </a:r>
          </a:p>
          <a:p>
            <a:pPr lvl="1">
              <a:spcAft>
                <a:spcPts val="1200"/>
              </a:spcAft>
              <a:defRPr sz="1600"/>
            </a:pPr>
            <a:r>
              <a:t>Isolation prevents servo issues from crashing FC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Dual-BEC Architecture (Option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r>
              <a:rPr dirty="0"/>
              <a:t>        </a:t>
            </a:r>
            <a:r>
              <a:rPr lang="en-US" dirty="0"/>
              <a:t>					</a:t>
            </a:r>
            <a:r>
              <a:rPr dirty="0"/>
              <a:t>4S LiPo (14.8V, 2200mAh)</a:t>
            </a:r>
            <a:br>
              <a:rPr dirty="0"/>
            </a:br>
            <a:r>
              <a:rPr dirty="0"/>
              <a:t>         </a:t>
            </a:r>
            <a:r>
              <a:rPr lang="en-US" dirty="0"/>
              <a:t>       </a:t>
            </a:r>
            <a:r>
              <a:rPr dirty="0"/>
              <a:t>          </a:t>
            </a:r>
            <a:r>
              <a:rPr lang="en-US" dirty="0"/>
              <a:t>					</a:t>
            </a:r>
            <a:r>
              <a:rPr dirty="0"/>
              <a:t> │</a:t>
            </a:r>
            <a:br>
              <a:rPr dirty="0"/>
            </a:br>
            <a:r>
              <a:rPr dirty="0"/>
              <a:t>        </a:t>
            </a:r>
            <a:r>
              <a:rPr lang="en-US" dirty="0"/>
              <a:t>				</a:t>
            </a:r>
            <a:r>
              <a:rPr dirty="0"/>
              <a:t>┌───────────┴───────────┐</a:t>
            </a:r>
            <a:br>
              <a:rPr dirty="0"/>
            </a:br>
            <a:r>
              <a:rPr dirty="0"/>
              <a:t>  </a:t>
            </a:r>
            <a:r>
              <a:rPr lang="en-US" dirty="0"/>
              <a:t>			   </a:t>
            </a:r>
            <a:r>
              <a:rPr dirty="0"/>
              <a:t>      │                       </a:t>
            </a:r>
            <a:r>
              <a:rPr lang="en-US" dirty="0"/>
              <a:t>			           </a:t>
            </a:r>
            <a:r>
              <a:rPr dirty="0"/>
              <a:t>│</a:t>
            </a:r>
            <a:br>
              <a:rPr dirty="0"/>
            </a:br>
            <a:r>
              <a:rPr dirty="0"/>
              <a:t>  </a:t>
            </a:r>
            <a:r>
              <a:rPr lang="en-US" dirty="0"/>
              <a:t>			</a:t>
            </a:r>
            <a:r>
              <a:rPr dirty="0"/>
              <a:t>  40A ESC    </a:t>
            </a:r>
            <a:r>
              <a:rPr lang="en-US" dirty="0"/>
              <a:t>			</a:t>
            </a:r>
            <a:r>
              <a:rPr dirty="0"/>
              <a:t>        External UBEC</a:t>
            </a:r>
            <a:br>
              <a:rPr dirty="0"/>
            </a:br>
            <a:r>
              <a:rPr dirty="0"/>
              <a:t>    </a:t>
            </a:r>
            <a:r>
              <a:rPr lang="en-US" dirty="0"/>
              <a:t>			</a:t>
            </a:r>
            <a:r>
              <a:rPr dirty="0"/>
              <a:t>(5V 3A BEC)        </a:t>
            </a:r>
            <a:r>
              <a:rPr lang="en-US" dirty="0"/>
              <a:t>			    </a:t>
            </a:r>
            <a:r>
              <a:rPr dirty="0"/>
              <a:t>  (5V 6A)</a:t>
            </a:r>
            <a:br>
              <a:rPr dirty="0"/>
            </a:br>
            <a:r>
              <a:rPr dirty="0"/>
              <a:t>   </a:t>
            </a:r>
            <a:r>
              <a:rPr lang="en-US" dirty="0"/>
              <a:t>			   </a:t>
            </a: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    │ </a:t>
            </a:r>
            <a:r>
              <a:rPr lang="en-US" dirty="0"/>
              <a:t>		   	      </a:t>
            </a:r>
            <a:r>
              <a:rPr dirty="0"/>
              <a:t>            </a:t>
            </a:r>
            <a:r>
              <a:rPr lang="en-US" dirty="0"/>
              <a:t> </a:t>
            </a:r>
            <a:r>
              <a:rPr dirty="0"/>
              <a:t>          │</a:t>
            </a:r>
            <a:br>
              <a:rPr dirty="0"/>
            </a:br>
            <a:r>
              <a:rPr dirty="0"/>
              <a:t>    </a:t>
            </a:r>
            <a:r>
              <a:rPr lang="en-US" dirty="0"/>
              <a:t>			</a:t>
            </a:r>
            <a:r>
              <a:rPr dirty="0"/>
              <a:t>Rail 1 (3A)           </a:t>
            </a:r>
            <a:r>
              <a:rPr lang="en-US" dirty="0"/>
              <a:t>		          </a:t>
            </a:r>
            <a:r>
              <a:rPr dirty="0"/>
              <a:t> Rail 2 (6A)</a:t>
            </a:r>
            <a:br>
              <a:rPr dirty="0"/>
            </a:br>
            <a:r>
              <a:rPr dirty="0"/>
              <a:t>    </a:t>
            </a:r>
            <a:r>
              <a:rPr lang="en-US" dirty="0"/>
              <a:t>			    </a:t>
            </a:r>
            <a:r>
              <a:rPr dirty="0"/>
              <a:t>    │              </a:t>
            </a:r>
            <a:r>
              <a:rPr lang="en-US" dirty="0"/>
              <a:t>				  </a:t>
            </a:r>
            <a:r>
              <a:rPr dirty="0"/>
              <a:t>         │</a:t>
            </a:r>
            <a:br>
              <a:rPr dirty="0"/>
            </a:br>
            <a:r>
              <a:rPr dirty="0"/>
              <a:t> </a:t>
            </a:r>
            <a:r>
              <a:rPr lang="en-US" dirty="0"/>
              <a:t>		    </a:t>
            </a:r>
            <a:r>
              <a:rPr dirty="0"/>
              <a:t>   ┌───┴────┐      </a:t>
            </a:r>
            <a:r>
              <a:rPr lang="en-US" dirty="0"/>
              <a:t>	       </a:t>
            </a:r>
            <a:r>
              <a:rPr dirty="0"/>
              <a:t>     ┌──────┴──────┐</a:t>
            </a:r>
            <a:br>
              <a:rPr dirty="0"/>
            </a:br>
            <a:r>
              <a:rPr dirty="0"/>
              <a:t>  </a:t>
            </a:r>
            <a:r>
              <a:rPr lang="en-US" dirty="0"/>
              <a:t>		     </a:t>
            </a:r>
            <a:r>
              <a:rPr dirty="0"/>
              <a:t>  │ </a:t>
            </a:r>
            <a:r>
              <a:rPr lang="en-US" dirty="0"/>
              <a:t>            </a:t>
            </a:r>
            <a:r>
              <a:rPr dirty="0"/>
              <a:t>       │  </a:t>
            </a:r>
            <a:r>
              <a:rPr lang="en-US" dirty="0"/>
              <a:t>       	   </a:t>
            </a:r>
            <a:r>
              <a:rPr dirty="0"/>
              <a:t>         │  </a:t>
            </a:r>
            <a:r>
              <a:rPr lang="en-US" dirty="0"/>
              <a:t>		      </a:t>
            </a:r>
            <a:r>
              <a:rPr dirty="0"/>
              <a:t>            │</a:t>
            </a:r>
            <a:br>
              <a:rPr dirty="0"/>
            </a:br>
            <a:r>
              <a:rPr dirty="0"/>
              <a:t>   </a:t>
            </a:r>
            <a:r>
              <a:rPr lang="en-US" dirty="0"/>
              <a:t>		      </a:t>
            </a:r>
            <a:r>
              <a:rPr dirty="0"/>
              <a:t>FC    </a:t>
            </a:r>
            <a:r>
              <a:rPr lang="en-US" dirty="0"/>
              <a:t>		</a:t>
            </a:r>
            <a:r>
              <a:rPr dirty="0"/>
              <a:t>  GPS     </a:t>
            </a:r>
            <a:r>
              <a:rPr lang="en-US" dirty="0"/>
              <a:t>		</a:t>
            </a:r>
            <a:r>
              <a:rPr dirty="0"/>
              <a:t> Servo #1   </a:t>
            </a:r>
            <a:r>
              <a:rPr lang="en-US" dirty="0"/>
              <a:t>    </a:t>
            </a:r>
            <a:r>
              <a:rPr dirty="0"/>
              <a:t>    Servo #2</a:t>
            </a:r>
            <a:br>
              <a:rPr dirty="0"/>
            </a:br>
            <a:r>
              <a:rPr dirty="0"/>
              <a:t>  </a:t>
            </a:r>
            <a:r>
              <a:rPr lang="en-US" dirty="0"/>
              <a:t>		</a:t>
            </a:r>
            <a:r>
              <a:rPr dirty="0"/>
              <a:t>Arduino</a:t>
            </a:r>
            <a:r>
              <a:rPr lang="en-US" dirty="0"/>
              <a:t>           </a:t>
            </a:r>
            <a:r>
              <a:rPr dirty="0"/>
              <a:t>  ELRS     </a:t>
            </a:r>
            <a:r>
              <a:rPr lang="en-US" dirty="0"/>
              <a:t>		</a:t>
            </a:r>
            <a:r>
              <a:rPr dirty="0"/>
              <a:t>Servo #3     </a:t>
            </a:r>
            <a:r>
              <a:rPr lang="en-US" dirty="0"/>
              <a:t>     </a:t>
            </a:r>
            <a:r>
              <a:rPr dirty="0"/>
              <a:t>  Servo #4</a:t>
            </a:r>
            <a:br>
              <a:rPr dirty="0"/>
            </a:br>
            <a:r>
              <a:rPr dirty="0"/>
              <a:t>  </a:t>
            </a:r>
            <a:br>
              <a:rPr dirty="0"/>
            </a:br>
            <a:r>
              <a:rPr dirty="0"/>
              <a:t>  ✓ Isolated power domains</a:t>
            </a:r>
            <a:br>
              <a:rPr dirty="0"/>
            </a:br>
            <a:r>
              <a:rPr dirty="0"/>
              <a:t>  ✓ No single point of failure</a:t>
            </a:r>
            <a:br>
              <a:rPr dirty="0"/>
            </a:br>
            <a:r>
              <a:rPr dirty="0"/>
              <a:t>  ✓ 78% margin on Rail 1, 88% on Rail 2</a:t>
            </a:r>
            <a:br>
              <a:rPr dirty="0"/>
            </a:br>
            <a:r>
              <a:rPr dirty="0"/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Power Budget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5V Rail 1 (Flight-Critical, ESC BEC 3A):</a:t>
            </a:r>
          </a:p>
          <a:p>
            <a:pPr lvl="1">
              <a:spcAft>
                <a:spcPts val="1200"/>
              </a:spcAft>
              <a:defRPr sz="1600"/>
            </a:pPr>
            <a:r>
              <a:t>Flight Controller: 250mA</a:t>
            </a:r>
          </a:p>
          <a:p>
            <a:pPr lvl="1">
              <a:spcAft>
                <a:spcPts val="1200"/>
              </a:spcAft>
              <a:defRPr sz="1600"/>
            </a:pPr>
            <a:r>
              <a:t>GPS Module: 60mA</a:t>
            </a:r>
          </a:p>
          <a:p>
            <a:pPr lvl="1">
              <a:spcAft>
                <a:spcPts val="1200"/>
              </a:spcAft>
              <a:defRPr sz="1600"/>
            </a:pPr>
            <a:r>
              <a:t>ELRS Receiver: 90mA</a:t>
            </a:r>
          </a:p>
          <a:p>
            <a:pPr lvl="1">
              <a:spcAft>
                <a:spcPts val="1200"/>
              </a:spcAft>
              <a:defRPr sz="1600"/>
            </a:pPr>
            <a:r>
              <a:t>Arduino + Sensors: 263mA</a:t>
            </a:r>
          </a:p>
          <a:p>
            <a:pPr lvl="1">
              <a:spcAft>
                <a:spcPts val="1200"/>
              </a:spcAft>
              <a:defRPr sz="1600"/>
            </a:pPr>
            <a:r>
              <a:t>TOTAL: 663mA → Margin: 78% ✓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5V Rail 2 (Servo Power, External UBEC 6A):</a:t>
            </a:r>
          </a:p>
          <a:p>
            <a:pPr lvl="1">
              <a:spcAft>
                <a:spcPts val="1200"/>
              </a:spcAft>
              <a:defRPr sz="1600"/>
            </a:pPr>
            <a:r>
              <a:t>4× Servos idle: 40mA</a:t>
            </a:r>
          </a:p>
          <a:p>
            <a:pPr lvl="1">
              <a:spcAft>
                <a:spcPts val="1200"/>
              </a:spcAft>
              <a:defRPr sz="1600"/>
            </a:pPr>
            <a:r>
              <a:t>4× Servos moving: 720mA typical, 1200mA peak</a:t>
            </a:r>
          </a:p>
          <a:p>
            <a:pPr lvl="1">
              <a:spcAft>
                <a:spcPts val="1200"/>
              </a:spcAft>
              <a:defRPr sz="1600"/>
            </a:pPr>
            <a:r>
              <a:t>TOTAL: 720mA → Margin: 88%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⚠ SAFETY PROTOCOLS (MANDATORY)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/>
            </a:pPr>
            <a:r>
              <a:t>LiPo Battery Safety:</a:t>
            </a:r>
          </a:p>
          <a:p>
            <a:pPr lvl="1">
              <a:spcAft>
                <a:spcPts val="800"/>
              </a:spcAft>
              <a:defRPr sz="1600"/>
            </a:pPr>
            <a:r>
              <a:t>Never charge unattended</a:t>
            </a:r>
          </a:p>
          <a:p>
            <a:pPr lvl="1">
              <a:spcAft>
                <a:spcPts val="800"/>
              </a:spcAft>
              <a:defRPr sz="1600"/>
            </a:pPr>
            <a:r>
              <a:t>Use LiPo-safe bag or metal container</a:t>
            </a:r>
          </a:p>
          <a:p>
            <a:pPr lvl="1">
              <a:spcAft>
                <a:spcPts val="800"/>
              </a:spcAft>
              <a:defRPr sz="1600"/>
            </a:pPr>
            <a:r>
              <a:t>Storage: 3.8V per cell (not full charge)</a:t>
            </a:r>
          </a:p>
          <a:p>
            <a:pPr lvl="1">
              <a:spcAft>
                <a:spcPts val="800"/>
              </a:spcAft>
              <a:defRPr sz="1600"/>
            </a:pPr>
            <a:r>
              <a:t>Damaged/puffy battery = FIRE HAZARD</a:t>
            </a:r>
          </a:p>
          <a:p>
            <a:pPr>
              <a:spcAft>
                <a:spcPts val="800"/>
              </a:spcAft>
              <a:defRPr sz="1800"/>
            </a:pPr>
            <a:endParaRPr/>
          </a:p>
          <a:p>
            <a:pPr>
              <a:spcAft>
                <a:spcPts val="800"/>
              </a:spcAft>
              <a:defRPr sz="1800" b="1"/>
            </a:pPr>
            <a:r>
              <a:t>Propeller Safety:</a:t>
            </a:r>
          </a:p>
          <a:p>
            <a:pPr lvl="1">
              <a:spcAft>
                <a:spcPts val="800"/>
              </a:spcAft>
              <a:defRPr sz="1600"/>
            </a:pPr>
            <a:r>
              <a:t>NEVER test motor indoors</a:t>
            </a:r>
          </a:p>
          <a:p>
            <a:pPr lvl="1">
              <a:spcAft>
                <a:spcPts val="800"/>
              </a:spcAft>
              <a:defRPr sz="1600"/>
            </a:pPr>
            <a:r>
              <a:t>Remove prop for bench testing</a:t>
            </a:r>
          </a:p>
          <a:p>
            <a:pPr lvl="1">
              <a:spcAft>
                <a:spcPts val="800"/>
              </a:spcAft>
              <a:defRPr sz="1600"/>
            </a:pPr>
            <a:r>
              <a:t>Outdoor tests: 10ft clear radius</a:t>
            </a:r>
          </a:p>
          <a:p>
            <a:pPr>
              <a:spcAft>
                <a:spcPts val="800"/>
              </a:spcAft>
              <a:defRPr sz="1800"/>
            </a:pPr>
            <a:endParaRPr/>
          </a:p>
          <a:p>
            <a:pPr>
              <a:spcAft>
                <a:spcPts val="800"/>
              </a:spcAft>
              <a:defRPr sz="1800" b="1"/>
            </a:pPr>
            <a:r>
              <a:t>ALL members must sign Safety Protocol acknowledgment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Electrical Subsystems (4 Teams)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Power Team</a:t>
            </a:r>
          </a:p>
          <a:p>
            <a:pPr lvl="1">
              <a:spcAft>
                <a:spcPts val="1200"/>
              </a:spcAft>
              <a:defRPr sz="1600"/>
            </a:pPr>
            <a:r>
              <a:t>Battery, BECs, power distribution, current monitoring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2. Flight Electronics Team</a:t>
            </a:r>
          </a:p>
          <a:p>
            <a:pPr lvl="1">
              <a:spcAft>
                <a:spcPts val="1200"/>
              </a:spcAft>
              <a:defRPr sz="1600"/>
            </a:pPr>
            <a:r>
              <a:t>Flight controller, GPS, receiver, servo configuration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3. Research Payload Team</a:t>
            </a:r>
          </a:p>
          <a:p>
            <a:pPr lvl="1">
              <a:spcAft>
                <a:spcPts val="1200"/>
              </a:spcAft>
              <a:defRPr sz="1600"/>
            </a:pPr>
            <a:r>
              <a:t>Arduino, sensors (BME280, MQ135), data logging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4. Integration &amp; Testing Team</a:t>
            </a:r>
          </a:p>
          <a:p>
            <a:pPr lvl="1">
              <a:spcAft>
                <a:spcPts val="1200"/>
              </a:spcAft>
              <a:defRPr sz="1600"/>
            </a:pPr>
            <a:r>
              <a:t>System validation, current measurements, troubleshooting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Subsystem 1: Power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Scope: Battery → Distribution → All power rails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Week 1 </a:t>
            </a:r>
            <a:r>
              <a:rPr dirty="0" err="1"/>
              <a:t>Priorities:Create</a:t>
            </a:r>
            <a:r>
              <a:rPr dirty="0"/>
              <a:t> battery charge log spreadsheet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Label battery with purchase date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Measure actual battery voltage (digital multimeter)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Design ESC mounting &amp; cooling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Week 2 Deliverables: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Dual-BEC system assembled on test bench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Current monitoring functional (FC analog input)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Power-up checklist created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Subsystem 2: Flight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rPr dirty="0"/>
              <a:t>Scope: FC + GPS + Receiver + Servos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Week 1 Priorities: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Install </a:t>
            </a:r>
            <a:r>
              <a:rPr dirty="0" err="1"/>
              <a:t>iNav</a:t>
            </a:r>
            <a:r>
              <a:rPr dirty="0"/>
              <a:t> or </a:t>
            </a:r>
            <a:r>
              <a:rPr dirty="0" err="1"/>
              <a:t>ArduPilot</a:t>
            </a:r>
            <a:r>
              <a:rPr dirty="0"/>
              <a:t> configurator software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Flash firmware to MATEK F405-WMN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Bind ELRS receiver to transmitter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Verify GPS lock (outdoor test, &gt;6 satellites)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Create servo channel mapping spreadsheet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Week 2 Deliverables: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All 4 servos responding to transmitter inputs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GPS navigation functional (position hold mode)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Blackbox logging enabled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Subsystem 3: Research Payload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Scope: Arduino + Sensors + Data Logging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Week 1 Priorities:</a:t>
            </a:r>
          </a:p>
          <a:p>
            <a:pPr lvl="1">
              <a:spcAft>
                <a:spcPts val="1200"/>
              </a:spcAft>
              <a:defRPr sz="1600"/>
            </a:pPr>
            <a:r>
              <a:t>Install Arduino IDE &amp; required libraries</a:t>
            </a:r>
          </a:p>
          <a:p>
            <a:pPr lvl="1">
              <a:spcAft>
                <a:spcPts val="1200"/>
              </a:spcAft>
              <a:defRPr sz="1600"/>
            </a:pPr>
            <a:r>
              <a:t>Wire BME280 sensor (I2C) and verify readings</a:t>
            </a:r>
          </a:p>
          <a:p>
            <a:pPr lvl="1">
              <a:spcAft>
                <a:spcPts val="1200"/>
              </a:spcAft>
              <a:defRPr sz="1600"/>
            </a:pPr>
            <a:r>
              <a:t>Start MQ135 burn-in (24-48 hours required)</a:t>
            </a:r>
          </a:p>
          <a:p>
            <a:pPr lvl="1">
              <a:spcAft>
                <a:spcPts val="1200"/>
              </a:spcAft>
              <a:defRPr sz="1600"/>
            </a:pPr>
            <a:r>
              <a:t>Test MicroSD module (write/read test file)</a:t>
            </a:r>
          </a:p>
          <a:p>
            <a:pPr lvl="1">
              <a:spcAft>
                <a:spcPts val="1200"/>
              </a:spcAft>
              <a:defRPr sz="1600"/>
            </a:pPr>
            <a:r>
              <a:t>Design data logging format (CSV headers)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Week 2 Deliverables:</a:t>
            </a:r>
          </a:p>
          <a:p>
            <a:pPr lvl="1">
              <a:spcAft>
                <a:spcPts val="1200"/>
              </a:spcAft>
              <a:defRPr sz="1600"/>
            </a:pPr>
            <a:r>
              <a:t>All sensors reading simultaneously</a:t>
            </a:r>
          </a:p>
          <a:p>
            <a:pPr lvl="1">
              <a:spcAft>
                <a:spcPts val="1200"/>
              </a:spcAft>
              <a:defRPr sz="1600"/>
            </a:pPr>
            <a:r>
              <a:t>Data logging to SD card at 1Hz</a:t>
            </a:r>
          </a:p>
          <a:p>
            <a:pPr lvl="1">
              <a:spcAft>
                <a:spcPts val="1200"/>
              </a:spcAft>
              <a:defRPr sz="1600"/>
            </a:pPr>
            <a:r>
              <a:t>Toggle switch control functional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Subsystem 4: Integration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Scope: System validation and troubleshooting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Week 1 Priorities:</a:t>
            </a:r>
          </a:p>
          <a:p>
            <a:pPr lvl="1">
              <a:spcAft>
                <a:spcPts val="1200"/>
              </a:spcAft>
              <a:defRPr sz="1600"/>
            </a:pPr>
            <a:r>
              <a:t>Component inventory (verify all parts arrived)</a:t>
            </a:r>
          </a:p>
          <a:p>
            <a:pPr lvl="1">
              <a:spcAft>
                <a:spcPts val="1200"/>
              </a:spcAft>
              <a:defRPr sz="1600"/>
            </a:pPr>
            <a:r>
              <a:t>Identify missing items (External UBEC)</a:t>
            </a:r>
          </a:p>
          <a:p>
            <a:pPr lvl="1">
              <a:spcAft>
                <a:spcPts val="1200"/>
              </a:spcAft>
              <a:defRPr sz="1600"/>
            </a:pPr>
            <a:r>
              <a:t>Create wiring quality checklist</a:t>
            </a:r>
          </a:p>
          <a:p>
            <a:pPr lvl="1">
              <a:spcAft>
                <a:spcPts val="1200"/>
              </a:spcAft>
              <a:defRPr sz="1600"/>
            </a:pPr>
            <a:r>
              <a:t>Multimeter training (voltage, current, continuity)</a:t>
            </a:r>
          </a:p>
          <a:p>
            <a:pPr lvl="1">
              <a:spcAft>
                <a:spcPts val="1200"/>
              </a:spcAft>
              <a:defRPr sz="1600"/>
            </a:pPr>
            <a:r>
              <a:t>Organize component storage bins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Week 2 Deliverables:</a:t>
            </a:r>
          </a:p>
          <a:p>
            <a:pPr lvl="1">
              <a:spcAft>
                <a:spcPts val="1200"/>
              </a:spcAft>
              <a:defRPr sz="1600"/>
            </a:pPr>
            <a:r>
              <a:t>Measure actual current draw of all components</a:t>
            </a:r>
          </a:p>
          <a:p>
            <a:pPr lvl="1">
              <a:spcAft>
                <a:spcPts val="1200"/>
              </a:spcAft>
              <a:defRPr sz="1600"/>
            </a:pPr>
            <a:r>
              <a:t>Verify power budget calculations (compare to measured)</a:t>
            </a:r>
          </a:p>
          <a:p>
            <a:pPr lvl="1">
              <a:spcAft>
                <a:spcPts val="1200"/>
              </a:spcAft>
              <a:defRPr sz="1600"/>
            </a:pPr>
            <a:r>
              <a:t>Test BEC voltage under load</a:t>
            </a:r>
          </a:p>
          <a:p>
            <a:pPr lvl="1">
              <a:spcAft>
                <a:spcPts val="1200"/>
              </a:spcAft>
              <a:defRPr sz="1600"/>
            </a:pPr>
            <a:r>
              <a:t>Create troubleshooting decision tree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Team Milestones: Weeks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Week 1 Goals:</a:t>
            </a:r>
          </a:p>
          <a:p>
            <a:pPr>
              <a:spcAft>
                <a:spcPts val="800"/>
              </a:spcAft>
              <a:defRPr sz="1600"/>
            </a:pPr>
            <a:r>
              <a:t>• Order External 5V 6A UBEC</a:t>
            </a:r>
          </a:p>
          <a:p>
            <a:pPr>
              <a:spcAft>
                <a:spcPts val="800"/>
              </a:spcAft>
              <a:defRPr sz="1600"/>
            </a:pPr>
            <a:r>
              <a:t>• Complete component inventory</a:t>
            </a:r>
          </a:p>
          <a:p>
            <a:pPr>
              <a:spcAft>
                <a:spcPts val="800"/>
              </a:spcAft>
              <a:defRPr sz="1600"/>
            </a:pPr>
            <a:r>
              <a:t>• Firmware installed on FC</a:t>
            </a:r>
          </a:p>
          <a:p>
            <a:pPr>
              <a:spcAft>
                <a:spcPts val="800"/>
              </a:spcAft>
              <a:defRPr sz="1600"/>
            </a:pPr>
            <a:r>
              <a:t>• GPS verified (satellite lock)</a:t>
            </a:r>
          </a:p>
          <a:p>
            <a:pPr>
              <a:spcAft>
                <a:spcPts val="800"/>
              </a:spcAft>
              <a:defRPr sz="1600"/>
            </a:pPr>
            <a:r>
              <a:t>• ELRS receiver bound</a:t>
            </a:r>
          </a:p>
          <a:p>
            <a:pPr>
              <a:spcAft>
                <a:spcPts val="800"/>
              </a:spcAft>
              <a:defRPr sz="1600"/>
            </a:pPr>
            <a:r>
              <a:t>• Sensors reading (Arduino)</a:t>
            </a:r>
          </a:p>
          <a:p>
            <a:pPr>
              <a:spcAft>
                <a:spcPts val="800"/>
              </a:spcAft>
              <a:defRPr sz="1600"/>
            </a:pPr>
            <a:r>
              <a:t>• Safety training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Week 2 Goals:</a:t>
            </a:r>
          </a:p>
          <a:p>
            <a:pPr>
              <a:spcAft>
                <a:spcPts val="800"/>
              </a:spcAft>
              <a:defRPr sz="1600"/>
            </a:pPr>
            <a:r>
              <a:t>• Dual-BEC system on bench</a:t>
            </a:r>
          </a:p>
          <a:p>
            <a:pPr>
              <a:spcAft>
                <a:spcPts val="800"/>
              </a:spcAft>
              <a:defRPr sz="1600"/>
            </a:pPr>
            <a:r>
              <a:t>• All 4 servos responding</a:t>
            </a:r>
          </a:p>
          <a:p>
            <a:pPr>
              <a:spcAft>
                <a:spcPts val="800"/>
              </a:spcAft>
              <a:defRPr sz="1600"/>
            </a:pPr>
            <a:r>
              <a:t>• Data logging functional</a:t>
            </a:r>
          </a:p>
          <a:p>
            <a:pPr>
              <a:spcAft>
                <a:spcPts val="800"/>
              </a:spcAft>
              <a:defRPr sz="1600"/>
            </a:pPr>
            <a:r>
              <a:t>• Current measurements complete</a:t>
            </a:r>
          </a:p>
          <a:p>
            <a:pPr>
              <a:spcAft>
                <a:spcPts val="800"/>
              </a:spcAft>
              <a:defRPr sz="1600"/>
            </a:pPr>
            <a:r>
              <a:t>• System integration started</a:t>
            </a:r>
          </a:p>
          <a:p>
            <a:pPr>
              <a:spcAft>
                <a:spcPts val="800"/>
              </a:spcAft>
              <a:defRPr sz="1600"/>
            </a:pPr>
            <a:r>
              <a:t>• Bench test passed</a:t>
            </a:r>
          </a:p>
          <a:p>
            <a:pPr>
              <a:spcAft>
                <a:spcPts val="800"/>
              </a:spcAft>
              <a:defRPr sz="1600"/>
            </a:pPr>
            <a:r>
              <a:t>• Ready for airframe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🔥 CRITICAL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/>
            </a:pPr>
            <a:r>
              <a:t>TODAY (Before leaving):</a:t>
            </a:r>
          </a:p>
          <a:p>
            <a:pPr lvl="1">
              <a:spcAft>
                <a:spcPts val="1000"/>
              </a:spcAft>
              <a:defRPr sz="1800"/>
            </a:pPr>
            <a:r>
              <a:t>Vote on Dual-BEC architecture</a:t>
            </a:r>
          </a:p>
          <a:p>
            <a:pPr lvl="1">
              <a:spcAft>
                <a:spcPts val="1000"/>
              </a:spcAft>
              <a:defRPr sz="1800"/>
            </a:pPr>
            <a:r>
              <a:t>Assign 4 subsystem teams</a:t>
            </a:r>
          </a:p>
          <a:p>
            <a:pPr lvl="1">
              <a:spcAft>
                <a:spcPts val="1000"/>
              </a:spcAft>
              <a:defRPr sz="1800"/>
            </a:pPr>
            <a:r>
              <a:t>Sign Safety Protocol acknowledgment</a:t>
            </a:r>
          </a:p>
          <a:p>
            <a:pPr lvl="1">
              <a:spcAft>
                <a:spcPts val="1000"/>
              </a:spcAft>
              <a:defRPr sz="1800"/>
            </a:pPr>
            <a:r>
              <a:t>Complete component inventory</a:t>
            </a:r>
          </a:p>
          <a:p>
            <a:pPr>
              <a:spcAft>
                <a:spcPts val="1000"/>
              </a:spcAft>
              <a:defRPr sz="2000" b="1"/>
            </a:pPr>
            <a:endParaRPr/>
          </a:p>
          <a:p>
            <a:pPr>
              <a:spcAft>
                <a:spcPts val="1000"/>
              </a:spcAft>
              <a:defRPr sz="2000" b="1"/>
            </a:pPr>
            <a:r>
              <a:t>WITHIN 24 HOURS:</a:t>
            </a:r>
          </a:p>
          <a:p>
            <a:pPr lvl="1">
              <a:spcAft>
                <a:spcPts val="1000"/>
              </a:spcAft>
              <a:defRPr sz="1800"/>
            </a:pPr>
            <a:r>
              <a:t>Order External 5V 6A UBEC (Amazon: 'Hobbywing UBEC 5V 6A')</a:t>
            </a:r>
          </a:p>
          <a:p>
            <a:pPr lvl="1">
              <a:spcAft>
                <a:spcPts val="1000"/>
              </a:spcAft>
              <a:defRPr sz="1800"/>
            </a:pPr>
            <a:r>
              <a:t>Set up team communication (Discord/Slack)</a:t>
            </a:r>
          </a:p>
          <a:p>
            <a:pPr>
              <a:spcAft>
                <a:spcPts val="1000"/>
              </a:spcAft>
              <a:defRPr sz="2000" b="1"/>
            </a:pPr>
            <a:endParaRPr/>
          </a:p>
          <a:p>
            <a:pPr>
              <a:spcAft>
                <a:spcPts val="1000"/>
              </a:spcAft>
              <a:defRPr sz="2000" b="1"/>
            </a:pPr>
            <a:r>
              <a:t>THIS WEEK:</a:t>
            </a:r>
          </a:p>
          <a:p>
            <a:pPr lvl="1">
              <a:spcAft>
                <a:spcPts val="1000"/>
              </a:spcAft>
              <a:defRPr sz="1800"/>
            </a:pPr>
            <a:r>
              <a:t>Complete all Week 1 subsystem tasks</a:t>
            </a:r>
          </a:p>
          <a:p>
            <a:pPr lvl="1">
              <a:spcAft>
                <a:spcPts val="1000"/>
              </a:spcAft>
              <a:defRPr sz="1800"/>
            </a:pPr>
            <a:r>
              <a:t>Weekly check-in meeting (1 hour)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Meeting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Comprehensive documentation package:</a:t>
            </a:r>
          </a:p>
          <a:p>
            <a:pPr lvl="1">
              <a:spcAft>
                <a:spcPts val="1200"/>
              </a:spcAft>
              <a:defRPr sz="1600"/>
            </a:pPr>
            <a:r>
              <a:t>Power Budget Analysis (10 pages)</a:t>
            </a:r>
          </a:p>
          <a:p>
            <a:pPr lvl="1">
              <a:spcAft>
                <a:spcPts val="1200"/>
              </a:spcAft>
              <a:defRPr sz="1600"/>
            </a:pPr>
            <a:r>
              <a:t>Electrical System Block Diagram (7 pages)</a:t>
            </a:r>
          </a:p>
          <a:p>
            <a:pPr lvl="1">
              <a:spcAft>
                <a:spcPts val="1200"/>
              </a:spcAft>
              <a:defRPr sz="1600"/>
            </a:pPr>
            <a:r>
              <a:t>Detailed Wiring Diagram (16 pages)</a:t>
            </a:r>
          </a:p>
          <a:p>
            <a:pPr lvl="1">
              <a:spcAft>
                <a:spcPts val="1200"/>
              </a:spcAft>
              <a:defRPr sz="1600"/>
            </a:pPr>
            <a:r>
              <a:t>Safety Protocol (11 pages) - Signature required</a:t>
            </a:r>
          </a:p>
          <a:p>
            <a:pPr lvl="1">
              <a:spcAft>
                <a:spcPts val="1200"/>
              </a:spcAft>
              <a:defRPr sz="1600"/>
            </a:pPr>
            <a:r>
              <a:t>Subsystem Assignments (20+ pages)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All files available in project folder:</a:t>
            </a:r>
          </a:p>
          <a:p>
            <a:pPr lvl="1">
              <a:spcAft>
                <a:spcPts val="1200"/>
              </a:spcAft>
              <a:defRPr sz="1600"/>
            </a:pPr>
            <a:r>
              <a:t>STEM-electrical/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Reference these throughout the build process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Questions?</a:t>
            </a:r>
          </a:p>
          <a:p>
            <a:r>
              <a:t>Discussion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Let's Build Something Incredible</a:t>
            </a:r>
          </a:p>
          <a:p>
            <a:br/>
            <a:r>
              <a:t>NLC STEM Club UAV Project</a:t>
            </a:r>
          </a:p>
          <a:p>
            <a:pPr algn="ctr">
              <a:defRPr sz="2000">
                <a:solidFill>
                  <a:srgbClr val="666666"/>
                </a:solidFill>
              </a:defRPr>
            </a:pPr>
            <a:r>
              <a:t>Electrical Team -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1217</Words>
  <Application>Microsoft Office PowerPoint</Application>
  <PresentationFormat>On-screen Show (4:3)</PresentationFormat>
  <Paragraphs>184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NLC STEM Club UAV Project</vt:lpstr>
      <vt:lpstr>Meeting Agenda (60 Minutes)</vt:lpstr>
      <vt:lpstr>UAV Project Overview</vt:lpstr>
      <vt:lpstr>PowerPoint Presentation</vt:lpstr>
      <vt:lpstr>⚡ Critical Decision: Power Architecture</vt:lpstr>
      <vt:lpstr>PowerPoint Presentation</vt:lpstr>
      <vt:lpstr>Power Budget Analysis</vt:lpstr>
      <vt:lpstr>⚠ SAFETY PROTOCOLS (MANDATORY)</vt:lpstr>
      <vt:lpstr>Electrical Subsystems (4 Teams)</vt:lpstr>
      <vt:lpstr>Subsystem 1: Power Team</vt:lpstr>
      <vt:lpstr>Subsystem 2: Flight Electronics</vt:lpstr>
      <vt:lpstr>Subsystem 3: Research Payload</vt:lpstr>
      <vt:lpstr>Subsystem 4: Integration &amp; Testing</vt:lpstr>
      <vt:lpstr>PowerPoint Presentation</vt:lpstr>
      <vt:lpstr>🔥 CRITICAL ACTION ITEMS</vt:lpstr>
      <vt:lpstr>Meeting Documentation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Jimenez, Isaiah</cp:lastModifiedBy>
  <cp:revision>4</cp:revision>
  <dcterms:created xsi:type="dcterms:W3CDTF">2013-01-27T09:14:16Z</dcterms:created>
  <dcterms:modified xsi:type="dcterms:W3CDTF">2026-02-22T05:21:55Z</dcterms:modified>
  <cp:category/>
</cp:coreProperties>
</file>